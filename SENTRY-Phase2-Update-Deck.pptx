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Calibri"/>
              </a:defRPr>
            </a:pPr>
            <a:r>
              <a:t>◆  SENTRY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PHASE 2 — CAPABILITY EXPANSION &amp; RESEARCH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FFFFF"/>
                </a:solidFill>
                <a:latin typeface="Calibri"/>
              </a:defRPr>
            </a:pPr>
            <a:r>
              <a:t>SENTRY Phase 2:</a:t>
            </a:r>
            <a:br/>
            <a:r>
              <a:t>New Capabilities &amp; Threat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Project monitoring, intelligence research, and 12 new operational systems</a:t>
            </a:r>
            <a:br/>
            <a:r>
              <a:t>added between 16–19 June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alibri"/>
              </a:defRPr>
            </a:pPr>
            <a:r>
              <a:t>LIVE   |   DSTA-FOCUSED   |   NEW CAPABILITIES DEPLOYED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Group 7  ·  Hannah (Principal Operator)  ·  19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MONITORING &amp;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Hourly Breach Monitoring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Automated hourly scans deliver real-time cyber threat intelligence to Discord #group-7.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265176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⏰  Every Hour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Cron-triggered scan</a:t>
            </a:r>
            <a:br/>
            <a:r>
              <a:t>against configured</a:t>
            </a:r>
            <a:br/>
            <a:r>
              <a:t>target domains &amp; emails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2377440"/>
            <a:ext cx="265176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🔍  Breach Check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HIBP API lookup</a:t>
            </a:r>
            <a:br/>
            <a:r>
              <a:t>+ web intelligence</a:t>
            </a:r>
            <a:br/>
            <a:r>
              <a:t>for new exposures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77440"/>
            <a:ext cx="265176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📰  Intel Roundup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Cyber security news</a:t>
            </a:r>
            <a:br/>
            <a:r>
              <a:t>sourced from:</a:t>
            </a:r>
            <a:br/>
            <a:r>
              <a:t>NVD, CISA, BleepingComputer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2377440"/>
            <a:ext cx="2651760" cy="1828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  <a:latin typeface="Calibri"/>
              </a:defRPr>
            </a:pPr>
            <a:r>
              <a:t>📡  Delivery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Formatted report to</a:t>
            </a:r>
            <a:br/>
            <a:r>
              <a:t>Discord #group-7</a:t>
            </a:r>
            <a:br/>
            <a:r>
              <a:t>with severity flags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KEY BREACHES DETECTED (16–19 JUNE 2026)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Canvas/Instructure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93776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275M users — ShinyHunters — 3.65 TB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85232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  <a:latin typeface="Calibri"/>
              </a:defRPr>
            </a:pPr>
            <a:r>
              <a:t>Kodak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28523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2.2M records — ShinyHunters ransomware claimed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632704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Carnival Corp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563270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5.99M guests — unauthorized employee account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980176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ADT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5980176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5.5M records leaked — customer contact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6327648"/>
            <a:ext cx="2560320" cy="29260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59E0B"/>
                </a:solidFill>
                <a:latin typeface="Calibri"/>
              </a:defRPr>
            </a:pPr>
            <a:r>
              <a:t>ShinyHunters Vishing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632764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100+ orgs targeted — MFA bypass via voice phishing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RESEARCH &amp;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Active Project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Hourly research cycles correlate web intelligence to active projects and append findings.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30352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🐟  Project: Fish (owner: hannah)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→  Practical Fishkeeping June 2026 issue articles logged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→  Blue Space Effect — tanks lower BP in 5 min (UK research)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→  Nano Tank Ecosystems — 5-10 gal management guidance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→  CARES Conservation — 30+ fish species saved by aquarists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→  Skiffia francesae successfully reintroduced from extinction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94560"/>
            <a:ext cx="5303520" cy="3474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📊  Project: Google Slides (owner: hannah, collab: nc)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→  Gemini Classroom app integration — GA (17 Jun)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→  Gmail as Ask Gemini source — GA (3 Jun)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→  Calendar DLP policies — GA — scan events for sensitive data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→  New Gmail Security Advisor for SMBs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→  Gemini Workspace outage (10 Jun) — 1,300+ reports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→  Workspace Policy API — DLP Mutate Endpoints (8 Jun)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→  ShinyHunters vishing targeting Workspace/M365/Okta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943600"/>
            <a:ext cx="10972800" cy="548640"/>
          </a:xfrm>
          <a:prstGeom prst="roundRect">
            <a:avLst/>
          </a:prstGeom>
          <a:solidFill>
            <a:srgbClr val="1A0A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EF4444"/>
                </a:solidFill>
                <a:latin typeface="Calibri"/>
              </a:defRPr>
            </a:pPr>
            <a:r>
              <a:t>⚠️  Supply-chain attacks escalating: Miasma worm leaked · Mastra AI npm (1.1M downloads) · JetBrains plugins stealing API keys · Open source registries under fire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OPERATIONAL EXPANSION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12 New Operational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All systems implemented and deployed on 19 June 2026 per Group 7 request.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6B6D4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27432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🛡️  Classification Tagging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RESTRICTED/CONFIDENTIAL/SECRET per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2286000"/>
            <a:ext cx="27432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📅  Compliance Deadlines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Auto-detect overdue/due-soon/upcoming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286000"/>
            <a:ext cx="27432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🏢  Vendor Posture Tracker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Clearance expiry, assessment, incident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9E0B"/>
                </a:solidFill>
                <a:latin typeface="Calibri"/>
              </a:defRPr>
            </a:pPr>
            <a:r>
              <a:t>OPS &amp; INCIDENT RESPONSE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40"/>
            <a:ext cx="27432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🚨  IR Drill Scheduling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Schedule, score, track participants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3749040"/>
            <a:ext cx="27432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📋  Crisis Comms Templates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Breach/Outage/Disruption — fill &amp; send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F4444"/>
                </a:solidFill>
                <a:latin typeface="Calibri"/>
              </a:defRPr>
            </a:pPr>
            <a:r>
              <a:t>PROJECT INTELLIGENCE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27432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📊  Risk Scoring Dashboard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4-dimension composite risk bands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5212080"/>
            <a:ext cx="27432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🌐  Threat Briefings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Correlate active threats to projects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212080"/>
            <a:ext cx="27432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🐛  Vulnerability Triage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PENDING → IN_PROGRESS → PATCHED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00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ADE80"/>
                </a:solidFill>
                <a:latin typeface="Calibri"/>
              </a:defRPr>
            </a:pPr>
            <a:r>
              <a:t>LOGISTICS &amp; GOVERNANCE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675120"/>
            <a:ext cx="27432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💻  Asset Registry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Hardware/software with ownership &amp; expiry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11880" y="6675120"/>
            <a:ext cx="27432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📝  Secure File Transfer Log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CREATE/ACCESS/SHARE/EDIT/DELETE logs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6675120"/>
            <a:ext cx="27432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🎯  Action Item Tracker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Extract from meeting notes, auto-date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6675120"/>
            <a:ext cx="2743200" cy="10058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📜  Decision Log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  <a:latin typeface="Calibri"/>
              </a:defRPr>
            </a:pPr>
            <a:r>
              <a:t>Timestamped audit trail with rationale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Cyber Threat Intelligence — June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Major findings from hourly monitoring cycles (16–19 June).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alibri"/>
              </a:defRPr>
            </a:pPr>
            <a:r>
              <a:t>SUPPLY CHAIN ATTACKS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Miasma worm leaked via compromised GitHub — targets PyPI, npm, RubyGems, GitHub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Mastra AI npm package (1.1M weekly downloads) — malicious code in AI tooling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632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JetBrains Marketplace — 15 plugins stealing DeepSeek/OpenAI API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Security tools compromised: Trivy, Bitwarden CLI, Checkmarx → downstream OpenAI/Vercel breaches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Calibri"/>
              </a:defRPr>
            </a:pPr>
            <a:r>
              <a:t>ACTIVELY EXPLOITED VULNERABILITIES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FortiSandbox — 3 critical flaws under active exploitation (CISA KEV)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Cisco SD-WAN Manager CVE-2026-20262 (CVSS 6.5) — patches released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63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Oracle PeopleSoft CVE-2026-35273 — zero-day actively exploited in wild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Android zero-day — June 2026 patch cycle addressed active exploitation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Calibri"/>
              </a:defRPr>
            </a:pPr>
            <a:r>
              <a:t>EMERGING THREATS &amp; TRENDS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532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ShinyHunters: 14 of 37 major breaches in 2026 — vishing + social engineering primary 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97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HTTP/2 Bomb (CVE-2026-45247) — NGINX, Apache, IIS, Envoy, Cloudflare Pingora affected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263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Rokarolla Android trojan — 217 banking/crypto apps targeted via 137 commands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629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→  PCPJack worm — credential-stealing targeting exposed Docker, K8s, Redis, MongoDB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FRAMEWORK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SENTRY Framework — Expanded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From 5 to 9 capability domains. All new systems are CLI-accessible and auditable.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🛡️  Cyber Hygiene</a:t>
            </a:r>
            <a:br/>
            <a:r>
              <a:t>&amp; Breach Monitoring</a:t>
            </a:r>
          </a:p>
          <a:p>
            <a:pPr>
              <a:spcBef>
                <a:spcPts val="1200"/>
              </a:spcBef>
              <a:defRPr sz="900">
                <a:solidFill>
                  <a:srgbClr val="3B82F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219456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🚨  Crisis Triage</a:t>
            </a:r>
          </a:p>
          <a:p>
            <a:pPr>
              <a:spcBef>
                <a:spcPts val="1200"/>
              </a:spcBef>
              <a:defRPr sz="900">
                <a:solidFill>
                  <a:srgbClr val="3B82F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219456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🔎  Misinformation</a:t>
            </a:r>
            <a:br/>
            <a:r>
              <a:t>&amp; Fact Check</a:t>
            </a:r>
          </a:p>
          <a:p>
            <a:pPr>
              <a:spcBef>
                <a:spcPts val="1200"/>
              </a:spcBef>
              <a:defRPr sz="900">
                <a:solidFill>
                  <a:srgbClr val="3B82F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19456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🌐  OSINT &amp; Geopolitical</a:t>
            </a:r>
            <a:br/>
            <a:r>
              <a:t>Analysis</a:t>
            </a:r>
          </a:p>
          <a:p>
            <a:pPr>
              <a:spcBef>
                <a:spcPts val="1200"/>
              </a:spcBef>
              <a:defRPr sz="900">
                <a:solidFill>
                  <a:srgbClr val="3B82F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0" y="2194560"/>
            <a:ext cx="210312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⚡  Ops Readiness</a:t>
            </a:r>
            <a:br/>
            <a:r>
              <a:t>&amp; Task Tracking</a:t>
            </a:r>
          </a:p>
          <a:p>
            <a:pPr>
              <a:spcBef>
                <a:spcPts val="1200"/>
              </a:spcBef>
              <a:defRPr sz="900">
                <a:solidFill>
                  <a:srgbClr val="3B82F6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alibri"/>
              </a:defRPr>
            </a:pPr>
            <a:r>
              <a:t>⬇  ORIGINAL 5 DOMAINS  ⬇         ⬇  +4 NEW DOMAINS  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4572000"/>
            <a:ext cx="2377440" cy="164592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📜  Security &amp;</a:t>
            </a:r>
            <a:br/>
            <a:r>
              <a:t>Compliance</a:t>
            </a:r>
          </a:p>
          <a:p>
            <a:pPr>
              <a:spcBef>
                <a:spcPts val="1200"/>
              </a:spcBef>
              <a:defRPr sz="900">
                <a:solidFill>
                  <a:srgbClr val="06B6D4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572000"/>
            <a:ext cx="2377440" cy="164592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🚨  IR Drills &amp;</a:t>
            </a:r>
            <a:br/>
            <a:r>
              <a:t>Crisis Templates</a:t>
            </a:r>
          </a:p>
          <a:p>
            <a:pPr>
              <a:spcBef>
                <a:spcPts val="1200"/>
              </a:spcBef>
              <a:defRPr sz="900">
                <a:solidFill>
                  <a:srgbClr val="06B6D4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66559" y="4572000"/>
            <a:ext cx="2377440" cy="164592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🧠  Project Intelligence</a:t>
            </a:r>
            <a:br/>
            <a:r>
              <a:t>Risk &amp; Vulnerability</a:t>
            </a:r>
          </a:p>
          <a:p>
            <a:pPr>
              <a:spcBef>
                <a:spcPts val="1200"/>
              </a:spcBef>
              <a:defRPr sz="900">
                <a:solidFill>
                  <a:srgbClr val="06B6D4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4572000"/>
            <a:ext cx="2377440" cy="1645920"/>
          </a:xfrm>
          <a:prstGeom prst="roundRect">
            <a:avLst/>
          </a:prstGeom>
          <a:solidFill>
            <a:srgbClr val="141D2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0E6F0"/>
                </a:solidFill>
                <a:latin typeface="Calibri"/>
              </a:defRPr>
            </a:pPr>
            <a:r>
              <a:t>📦  Asset &amp; Governance</a:t>
            </a:r>
            <a:br/>
            <a:r>
              <a:t>Logistics Tracking</a:t>
            </a:r>
          </a:p>
          <a:p>
            <a:pPr>
              <a:spcBef>
                <a:spcPts val="1200"/>
              </a:spcBef>
              <a:defRPr sz="900">
                <a:solidFill>
                  <a:srgbClr val="06B6D4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ROADMAP — Activate &amp; Integrate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Immediate priorities to move from deployed to operational.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34747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2468880"/>
            <a:ext cx="1463040" cy="274320"/>
          </a:xfrm>
          <a:prstGeom prst="roundRect">
            <a:avLst/>
          </a:prstGeom>
          <a:solidFill>
            <a:srgbClr val="2A0A0A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EF4444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Configure Monitoring 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Add domains / emails to monitoring/config.json</a:t>
            </a:r>
            <a:br/>
            <a:r>
              <a:t>Enable HIBP API key</a:t>
            </a:r>
            <a:br/>
            <a:r>
              <a:t>Activate breach detection pipeline</a:t>
            </a:r>
            <a:br/>
            <a:br/>
            <a:r>
              <a:t>Without targets, the hourly scanner runs</a:t>
            </a:r>
            <a:br/>
            <a:r>
              <a:t>idle — 48+ reports sent with zero findings.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194560"/>
            <a:ext cx="34747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54879" y="2468880"/>
            <a:ext cx="1463040" cy="274320"/>
          </a:xfrm>
          <a:prstGeom prst="roundRect">
            <a:avLst/>
          </a:prstGeom>
          <a:solidFill>
            <a:srgbClr val="2A1A0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9E0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Integrate Spreadsheet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3832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Link Google Sheet for task/deliverable tracking</a:t>
            </a:r>
            <a:br/>
            <a:r>
              <a:t>Enable Claw read/write access</a:t>
            </a:r>
            <a:br/>
            <a:r>
              <a:t>Auto-update status from sheet changes</a:t>
            </a:r>
            <a:br/>
            <a:br/>
            <a:r>
              <a:t>Foundation for the 12 new systems to</a:t>
            </a:r>
            <a:br/>
            <a:r>
              <a:t>read/write project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194560"/>
            <a:ext cx="3474720" cy="4114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03920" y="2468880"/>
            <a:ext cx="1463040" cy="274320"/>
          </a:xfrm>
          <a:prstGeom prst="roundRect">
            <a:avLst/>
          </a:prstGeom>
          <a:solidFill>
            <a:srgbClr val="2A1A0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59E0B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Renew Discord Token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38328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Generate new bot token (401 error)</a:t>
            </a:r>
            <a:br/>
            <a:r>
              <a:t>Restore Discord delivery pipeline</a:t>
            </a:r>
            <a:br/>
            <a:r>
              <a:t>Enable automated report delivery</a:t>
            </a:r>
            <a:br/>
            <a:r>
              <a:t>to #group-7 channel.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6217920"/>
            <a:ext cx="10972800" cy="45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12 new systems deployed · 9 SENTRY domains live · 5+ breach sources monitored · 2 active projects researched hourly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